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71" r:id="rId2"/>
    <p:sldId id="261" r:id="rId3"/>
    <p:sldId id="262" r:id="rId4"/>
    <p:sldId id="263" r:id="rId5"/>
    <p:sldId id="264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306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809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14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833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35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10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233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859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886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32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636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10522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196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5558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1972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6878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172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3384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5492AE-9AD7-DEAB-9741-FFEB9D5B71D4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21082-DB76-800E-F7F3-8336A6EA7FD6}"/>
              </a:ext>
            </a:extLst>
          </p:cNvPr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MS SQL SERVER</a:t>
            </a:r>
          </a:p>
        </p:txBody>
      </p:sp>
      <p:pic>
        <p:nvPicPr>
          <p:cNvPr id="4" name="Picture 12" descr="Sql server - Free logo icons">
            <a:extLst>
              <a:ext uri="{FF2B5EF4-FFF2-40B4-BE49-F238E27FC236}">
                <a16:creationId xmlns:a16="http://schemas.microsoft.com/office/drawing/2014/main" id="{530262F7-0CF1-8814-2372-D74F015AA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409" y="2494495"/>
            <a:ext cx="2513849" cy="301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D843DAAA-B6CB-2BDC-8B67-6C86E9DBE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E6AE5A0C-BEA4-521E-FE4C-84F4DDA31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961956" y="2246966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1A663B-B474-C93D-79E3-4C1BA09D56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66" y="2863504"/>
            <a:ext cx="4095498" cy="23037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D6708C9-92D4-A8AB-D92C-7739A128687A}"/>
              </a:ext>
            </a:extLst>
          </p:cNvPr>
          <p:cNvGrpSpPr/>
          <p:nvPr/>
        </p:nvGrpSpPr>
        <p:grpSpPr>
          <a:xfrm>
            <a:off x="373261" y="119959"/>
            <a:ext cx="5164897" cy="830997"/>
            <a:chOff x="373261" y="119959"/>
            <a:chExt cx="5164897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5B791A-4265-ACD2-ED42-7D2A386E758E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691991-C41B-CFEF-7AEE-431CB4C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9948971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dirty="0"/>
              <a:t>FUNCTIONALITIES YOU WILL LEARN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46760-0DB5-6324-7B30-1D918A65A865}"/>
              </a:ext>
            </a:extLst>
          </p:cNvPr>
          <p:cNvSpPr txBox="1"/>
          <p:nvPr/>
        </p:nvSpPr>
        <p:spPr>
          <a:xfrm>
            <a:off x="1647825" y="1144432"/>
            <a:ext cx="290907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Database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Table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Datename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Datepart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Month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Hour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Quarter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Order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Limit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Distinct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Partition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CDC267-C4AE-056C-B4A2-9F57B5EF2822}"/>
              </a:ext>
            </a:extLst>
          </p:cNvPr>
          <p:cNvSpPr txBox="1"/>
          <p:nvPr/>
        </p:nvSpPr>
        <p:spPr>
          <a:xfrm>
            <a:off x="1631335" y="767141"/>
            <a:ext cx="2663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Rockwell Extra Bold" panose="02060903040505020403" pitchFamily="18" charset="0"/>
              </a:rPr>
              <a:t>SQL – MS SQL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41D8C-EC5D-22DE-B591-0E506E4E2BA6}"/>
              </a:ext>
            </a:extLst>
          </p:cNvPr>
          <p:cNvSpPr txBox="1"/>
          <p:nvPr/>
        </p:nvSpPr>
        <p:spPr>
          <a:xfrm>
            <a:off x="6400798" y="1140838"/>
            <a:ext cx="3048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Connecting to SQL Server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Modelling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Power Query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Time Intelligence </a:t>
            </a:r>
            <a:r>
              <a:rPr lang="en-IN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Func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Text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Filter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Calculate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SUM/ SUMX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KPI’s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New Card Visual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Charts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Formatting visuals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Functions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Navigations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39873-19FF-7E34-62AE-83E4D322A2EE}"/>
              </a:ext>
            </a:extLst>
          </p:cNvPr>
          <p:cNvSpPr txBox="1"/>
          <p:nvPr/>
        </p:nvSpPr>
        <p:spPr>
          <a:xfrm>
            <a:off x="6661925" y="767141"/>
            <a:ext cx="1786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  <a:latin typeface="Rockwell Extra Bold" panose="02060903040505020403" pitchFamily="18" charset="0"/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639557344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51</TotalTime>
  <Words>713</Words>
  <Application>Microsoft Office PowerPoint</Application>
  <PresentationFormat>Widescreen</PresentationFormat>
  <Paragraphs>84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Calibri</vt:lpstr>
      <vt:lpstr>Century Gothic</vt:lpstr>
      <vt:lpstr>Lato Black</vt:lpstr>
      <vt:lpstr>Rockwell Extra Bold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Aditya Kumar</cp:lastModifiedBy>
  <cp:revision>15</cp:revision>
  <dcterms:created xsi:type="dcterms:W3CDTF">2023-10-07T01:44:58Z</dcterms:created>
  <dcterms:modified xsi:type="dcterms:W3CDTF">2026-02-07T17:06:25Z</dcterms:modified>
</cp:coreProperties>
</file>